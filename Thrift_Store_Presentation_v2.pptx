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0383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200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Tribhuvan University  |  NIST College  |  BCA 6th Semester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THRIFT STORE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Second-Hand Goods Marketplace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4114800" cy="36576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718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5A5A6"/>
                </a:solidFill>
              </a:rPr>
              <a:t>Submitted by: </a:t>
            </a:r>
            <a:r>
              <a:rPr lang="en-US" sz="1200" b="1" dirty="0">
                <a:solidFill>
                  <a:srgbClr val="FFFFFF"/>
                </a:solidFill>
              </a:rPr>
              <a:t>Santosh Shrestha  (6-2-1014-26-2022)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5A5A6"/>
                </a:solidFill>
              </a:rPr>
              <a:t>Supervisor: </a:t>
            </a:r>
            <a:r>
              <a:rPr lang="en-US" sz="1200" b="1" dirty="0">
                <a:solidFill>
                  <a:srgbClr val="FFFFFF"/>
                </a:solidFill>
              </a:rPr>
              <a:t>Samish Shrestha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Application  |  April,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&amp; 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3931920" cy="38404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OVERVIEW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Nepal's second-hand goods market is fragmented and unstructured — relying on informal channels, social media, and cash-based transactions.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Thrift Store is a full-stack e-commerce platform built specifically for Nepal's growing thrift economy.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14400"/>
            <a:ext cx="411480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PROBLEMS ADDRESSED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463040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14264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marketplace for second-hand goods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00600" y="1965960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9293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trust &amp; seller verification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00600" y="2468880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24323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payment integration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00600" y="2971800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29352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buyer-seller communication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3474720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34381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 quality control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00600" y="3977640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39410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order tracking system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&amp;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94360" cy="74980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914400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with role-based access control (USER/ADMIN)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17720" y="91440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914400"/>
            <a:ext cx="594360" cy="7498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91440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03520" y="914400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management with multi-image uploads &amp; admin approval workflow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182880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828800"/>
            <a:ext cx="594360" cy="74980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82880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1828800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eSewa payment </a:t>
            </a:r>
            <a:r>
              <a:rPr lang="en-US" sz="1150" dirty="0" smtClean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17720" y="182880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828800"/>
            <a:ext cx="594360" cy="7498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82880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03520" y="1828800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bidirectional chat using Socket.io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274320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743200"/>
            <a:ext cx="594360" cy="74980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74320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2743200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 with item-level status tracking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17720" y="274320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2743200"/>
            <a:ext cx="594360" cy="7498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274320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03520" y="2743200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rating &amp; review system (1-5 stars)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365760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657600"/>
            <a:ext cx="594360" cy="74980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657600"/>
            <a:ext cx="594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51560" y="3657600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OTP verification via Firebase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560320" cy="38404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Backend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14356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(LTS)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30352" y="18379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5.2.1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0352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5.9.3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60120"/>
            <a:ext cx="2560320" cy="38404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960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Database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64992" y="14356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15+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64992" y="18379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6.4.1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64992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9601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960120"/>
            <a:ext cx="2560320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9601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99632" y="14356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/ CSS3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99632" y="18379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3.x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99632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292608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926080"/>
            <a:ext cx="256032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926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Auth &amp; Security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" y="3401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(2-day token)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30352" y="38039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(salt 10)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30352" y="4206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0" y="292608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0" y="2926080"/>
            <a:ext cx="2560320" cy="384048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2926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Real-Time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64992" y="3401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4.8.3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364992" y="38039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rooms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364992" y="4206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on socket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035040" y="292608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35040" y="2926080"/>
            <a:ext cx="256032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0" y="29260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Integrations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99632" y="3401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eSewa RC-Epay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199632" y="38039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OTP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199632" y="4206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(file upload)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75488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3.1: Use Case Diagram — Thrift Store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33856" y="201168"/>
            <a:ext cx="6876288" cy="4352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274320"/>
            <a:ext cx="6729984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75488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3.2: Level-0 Data Flow Diagram (Context Diagram)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8388" y="201168"/>
            <a:ext cx="7507224" cy="4352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274320"/>
            <a:ext cx="73609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75488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3.3: Level-1 Data Flow Diagram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494391" y="201168"/>
            <a:ext cx="6155218" cy="4352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543" y="274320"/>
            <a:ext cx="6008914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&amp;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1417320" cy="11430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1417320" cy="11430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Presentation Layer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828800" y="960120"/>
            <a:ext cx="256032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Tailwind CSS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Multi-page responsive UI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+ Socket.io Client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2103120"/>
            <a:ext cx="36576" cy="155448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258568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258568"/>
            <a:ext cx="1417320" cy="114300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258568"/>
            <a:ext cx="1417320" cy="11430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Application Layer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0" y="2258568"/>
            <a:ext cx="256032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REST API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real-time server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+ Service pattern (TypeScript)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3401568"/>
            <a:ext cx="36576" cy="155448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557016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557016"/>
            <a:ext cx="1417320" cy="11430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557016"/>
            <a:ext cx="1417320" cy="11430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 Layer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828800" y="3557016"/>
            <a:ext cx="2560320" cy="1143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15+  |  Prisma ORM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models  /  30+ REST endpoints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Schema-driven migrations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98848" y="1374648"/>
            <a:ext cx="4581144" cy="3102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47800"/>
            <a:ext cx="4434840" cy="29565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0" y="4422648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5A5A6"/>
                </a:solidFill>
              </a:rPr>
              <a:t>Fig 3.4: Three-Tier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75488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3.5: Entity Relationship Diagram — Thrift Store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445932" y="201168"/>
            <a:ext cx="6252136" cy="4352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084" y="274320"/>
            <a:ext cx="610583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75488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3.6: Sequence Diagram — eSewa Payment 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212723" y="201168"/>
            <a:ext cx="6718554" cy="4352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274320"/>
            <a:ext cx="657225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 &amp; Algorithms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1307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3931920" cy="38404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eSewa Payment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signature verification. Sandbox integration with callback handling for COMPLETED/FAILED states.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914400"/>
            <a:ext cx="3931920" cy="1307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914400"/>
            <a:ext cx="3931920" cy="38404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914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Real-Time Chat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with JWT auth at connection level. Messages persisted before broadcast — no data loss for offline users.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3931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34640"/>
            <a:ext cx="3931920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8346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 Workflow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285262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approval pipeline: PENDING → APPROVED/REJECTED. Role-based access prevents unauthorized actions.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2834640"/>
            <a:ext cx="3931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2834640"/>
            <a:ext cx="393192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28346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Order State Machine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29184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Item-level tracking: PENDING → PROCESSING → SHIPPED → DELIVERED → RECEIVED. Multi-item order support.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423301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Algorithms Implemented: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" y="4613838"/>
            <a:ext cx="1920240" cy="25603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46072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Haversine Distance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14600" y="4607260"/>
            <a:ext cx="1920240" cy="25603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14600" y="46072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Product Search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90872" y="4607260"/>
            <a:ext cx="1920240" cy="25603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90872" y="46072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Rating Aggregation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67144" y="4607260"/>
            <a:ext cx="1920240" cy="25603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67144" y="46072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Content-Based Filtering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31920" cy="3749040"/>
          </a:xfrm>
          <a:prstGeom prst="rect">
            <a:avLst/>
          </a:prstGeom>
          <a:solidFill>
            <a:srgbClr val="243342"/>
          </a:solidFill>
          <a:ln w="12700">
            <a:solidFill>
              <a:srgbClr val="364F6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393192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435608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39903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achieved all functional objectives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883664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84708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test cases — 100% </a:t>
            </a:r>
            <a:r>
              <a:rPr lang="en-US" sz="1100" dirty="0" smtClean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331720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29514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e-commerce solution for Nepal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779776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7432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TypeScript backend with type-safe DB access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27832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19125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payment gateway with cryptographic security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675888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6393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messaging + notification system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23944"/>
            <a:ext cx="164592" cy="16459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08736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+ service layer — clean &amp; maintainable code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914400"/>
            <a:ext cx="4114800" cy="3749040"/>
          </a:xfrm>
          <a:prstGeom prst="rect">
            <a:avLst/>
          </a:prstGeom>
          <a:solidFill>
            <a:srgbClr val="243342"/>
          </a:solidFill>
          <a:ln w="12700">
            <a:solidFill>
              <a:srgbClr val="364F62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914400"/>
            <a:ext cx="4114800" cy="38404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</a:rPr>
              <a:t>FUTURE RECOMMENDATIONS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143560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20640" y="14356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(React Native)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188366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20640" y="188366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(Elasticsearch)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23317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20640" y="2331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Recommendations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277977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💳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20640" y="277977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eSewa + Khalti + ConnectIPS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322783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🚚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20640" y="32278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Logistics Integration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367588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20640" y="36758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with Offline Browsing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0" y="412394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🇳🇵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20640" y="41239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Nepali Language Support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3657600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774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Santosh Shrestha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6th Semester  |  Roll No: 6-2-1014-26-2022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Application, NIST College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Tribhuvan University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Samish Shrestha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537</Words>
  <Application>Microsoft Office PowerPoint</Application>
  <PresentationFormat>On-screen Show (16:9)</PresentationFormat>
  <Paragraphs>133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Thrift Store - BCA Project</dc:title>
  <dc:subject>PptxGenJS Presentation</dc:subject>
  <dc:creator>PptxGenJS</dc:creator>
  <cp:lastModifiedBy>ACER</cp:lastModifiedBy>
  <cp:revision>5</cp:revision>
  <dcterms:created xsi:type="dcterms:W3CDTF">2026-04-05T02:21:56Z</dcterms:created>
  <dcterms:modified xsi:type="dcterms:W3CDTF">2026-04-05T04:45:58Z</dcterms:modified>
</cp:coreProperties>
</file>