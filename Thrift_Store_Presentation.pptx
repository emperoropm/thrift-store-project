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75" r:id="rId9"/>
    <p:sldId id="264" r:id="rId10"/>
    <p:sldId id="266" r:id="rId11"/>
    <p:sldId id="272" r:id="rId12"/>
    <p:sldId id="27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42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028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9041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97443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71711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345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3054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34056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85227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24078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75058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3211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6395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35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349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6E"/>
          </a:solidFill>
          <a:ln/>
        </p:spPr>
      </p:sp>
      <p:pic>
        <p:nvPicPr>
          <p:cNvPr id="3" name="Image 0" descr="/home/claude/thrift_store_pptx/figure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77724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4747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Tribhuvan University — NIST College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THRIFT STORE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365760" y="2057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7E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Second-Hand Goods Marketplace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65760" y="2633472"/>
            <a:ext cx="5029200" cy="27432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27889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 Shrestha (6-2-1014-26-2022)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Samish Shrestha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6th Semester  |  April 2026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3987" y="1346668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20700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Nepal's second-hand market is fragmented </a:t>
            </a:r>
            <a:r>
              <a:rPr lang="en-US" sz="12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relying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physical stores and social media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011679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86537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eSewa/Khalti adoption makes digital thrift commerce </a:t>
            </a:r>
            <a:r>
              <a:rPr lang="en-US" sz="12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easier.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685639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52374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Thrift Store fills the gap with a structured, secure, feature-rich platform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4114800" cy="3474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Identified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243584"/>
            <a:ext cx="73152" cy="45720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24358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trusted digital marketplace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901952"/>
            <a:ext cx="73152" cy="45720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90195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seller verification or rating system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560320"/>
            <a:ext cx="73152" cy="45720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5603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Cash-only — lacks digital payment support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218688"/>
            <a:ext cx="73152" cy="45720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21868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buyer-seller communication channel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877056"/>
            <a:ext cx="73152" cy="45720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87705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quality control or order tracking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123444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" y="12801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role-based access control (USER &amp; ADMIN)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73152" cy="123444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0" name="Text 8"/>
          <p:cNvSpPr/>
          <p:nvPr/>
        </p:nvSpPr>
        <p:spPr>
          <a:xfrm>
            <a:off x="4837176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eSewa Payment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37176" y="12801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signature-based digital payment integration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73152" cy="123444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" y="2286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2336" y="2651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bidirectional buyer-seller messaging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19456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194560"/>
            <a:ext cx="73152" cy="123444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8" name="Text 16"/>
          <p:cNvSpPr/>
          <p:nvPr/>
        </p:nvSpPr>
        <p:spPr>
          <a:xfrm>
            <a:off x="4837176" y="2286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Rating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37176" y="2651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star review system linked to verified purchases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73152" cy="123444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" y="3657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Verification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2336" y="4023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OTP before product listing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356616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566160"/>
            <a:ext cx="73152" cy="123444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26" name="Text 24"/>
          <p:cNvSpPr/>
          <p:nvPr/>
        </p:nvSpPr>
        <p:spPr>
          <a:xfrm>
            <a:off x="4837176" y="3657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37176" y="4023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approval management and platform oversight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</a:t>
            </a:r>
            <a:endParaRPr lang="en-US" sz="2200" dirty="0"/>
          </a:p>
        </p:txBody>
      </p:sp>
      <p:pic>
        <p:nvPicPr>
          <p:cNvPr id="4" name="Image 0" descr="/home/claude/thrift_store_pptx/figures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384048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89120" y="822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Methodology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389120" y="1298448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0" y="126187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Iterative, flexible development with early validation and continuous feedback to reduce rework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89120" y="1847088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0" y="18105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Dedicated handling of high-risk features while staying adaptable to mid-project changes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3591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0" y="290779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3.1 — USE CASE DIAGRAM</a:t>
            </a:r>
            <a:endParaRPr lang="en-US" sz="2000" dirty="0"/>
          </a:p>
        </p:txBody>
      </p:sp>
      <p:pic>
        <p:nvPicPr>
          <p:cNvPr id="4" name="Image 0" descr="/home/claude/thrift_store_pptx/figure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19" y="777240"/>
            <a:ext cx="5864589" cy="42830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3.2 — OBJECT AND CLASS DIAGRAM</a:t>
            </a:r>
            <a:endParaRPr lang="en-US" sz="2000" dirty="0"/>
          </a:p>
        </p:txBody>
      </p:sp>
      <p:pic>
        <p:nvPicPr>
          <p:cNvPr id="4" name="Image 0" descr="/home/claude/thrift_store_pptx/figure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3.3 — STATE DIAGRAM: ORDER LIFECYCLE</a:t>
            </a:r>
            <a:endParaRPr lang="en-US" sz="2000" dirty="0"/>
          </a:p>
        </p:txBody>
      </p:sp>
      <p:pic>
        <p:nvPicPr>
          <p:cNvPr id="4" name="Image 0" descr="/home/claude/thrift_store_pptx/figures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822960"/>
            <a:ext cx="45720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217920" y="1298448"/>
            <a:ext cx="64008" cy="384048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7" name="Text 4"/>
          <p:cNvSpPr/>
          <p:nvPr/>
        </p:nvSpPr>
        <p:spPr>
          <a:xfrm>
            <a:off x="6355080" y="12984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792224"/>
            <a:ext cx="64008" cy="384048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9" name="Text 6"/>
          <p:cNvSpPr/>
          <p:nvPr/>
        </p:nvSpPr>
        <p:spPr>
          <a:xfrm>
            <a:off x="6355080" y="17922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2286000"/>
            <a:ext cx="64008" cy="384048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1" name="Text 8"/>
          <p:cNvSpPr/>
          <p:nvPr/>
        </p:nvSpPr>
        <p:spPr>
          <a:xfrm>
            <a:off x="6355080" y="2286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7920" y="2779776"/>
            <a:ext cx="64008" cy="384048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27797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17920" y="3273552"/>
            <a:ext cx="64008" cy="384048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3273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17920" y="3767328"/>
            <a:ext cx="64008" cy="384048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7" name="Text 14"/>
          <p:cNvSpPr/>
          <p:nvPr/>
        </p:nvSpPr>
        <p:spPr>
          <a:xfrm>
            <a:off x="6355080" y="37673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</a:t>
            </a:r>
            <a:r>
              <a:rPr lang="en-US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3.4— Activity Diagram of User</a:t>
            </a:r>
            <a:endParaRPr lang="en-US" sz="20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09" y="1216152"/>
            <a:ext cx="4122825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55080" y="12984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55080" y="17922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55080" y="2286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55080" y="27797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55080" y="3273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5080" y="37673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48522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3.4 — DATABASE SCHEMA DESIGN</a:t>
            </a:r>
            <a:endParaRPr lang="en-US" sz="2000" dirty="0"/>
          </a:p>
        </p:txBody>
      </p:sp>
      <p:pic>
        <p:nvPicPr>
          <p:cNvPr id="4" name="Image 0" descr="/home/claude/thrift_store_pptx/figures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3.1 — TECHNOLOGY STACK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49808"/>
          <a:ext cx="8823960" cy="425196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1188720"/>
                <a:gridCol w="4434840"/>
              </a:tblGrid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 server execution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Express.js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 + static file serving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Type-safe backend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data persistence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Prisma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Type-safe DB access + migrations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+ Bcrypt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9.0.3 / 6.0.0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auth + password hashing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Upload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&amp; profile image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Socket.io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 chat &amp; notifications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eSewa RC-Epay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Nepali digital payment 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OTP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Admin SDK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OTP token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CSS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Utility-first responsive styling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79020"/>
            <a:ext cx="91440" cy="91440"/>
          </a:xfrm>
          <a:prstGeom prst="ellipse">
            <a:avLst/>
          </a:prstGeom>
          <a:solidFill>
            <a:srgbClr val="1A7A6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350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objectives met — auth, payments, real-time chat, ratings, admin panel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3261" y="2122962"/>
            <a:ext cx="91440" cy="91440"/>
          </a:xfrm>
          <a:prstGeom prst="ellipse">
            <a:avLst/>
          </a:prstGeom>
          <a:solidFill>
            <a:srgbClr val="1A7A6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2938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e-commerce solution for Nepal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2195" y="2766904"/>
            <a:ext cx="91440" cy="91440"/>
          </a:xfrm>
          <a:prstGeom prst="ellipse">
            <a:avLst/>
          </a:prstGeom>
          <a:solidFill>
            <a:srgbClr val="1A7A6E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" y="259316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 + notification system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5569" y="3402411"/>
            <a:ext cx="91440" cy="91440"/>
          </a:xfrm>
          <a:prstGeom prst="ellipse">
            <a:avLst/>
          </a:prstGeom>
          <a:solidFill>
            <a:srgbClr val="1A7A6E"/>
          </a:solidFill>
          <a:ln/>
        </p:spPr>
      </p:sp>
      <p:sp>
        <p:nvSpPr>
          <p:cNvPr id="14" name="Text 12"/>
          <p:cNvSpPr/>
          <p:nvPr/>
        </p:nvSpPr>
        <p:spPr>
          <a:xfrm>
            <a:off x="513218" y="319667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Production-capable solution for Nepal's thrift economy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Recommendations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1371600"/>
            <a:ext cx="64008" cy="41148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— React Native (iOS &amp; Android)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920240"/>
            <a:ext cx="64008" cy="41148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eSewa + Khalti + ConnectIPS integration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468880"/>
            <a:ext cx="64008" cy="41148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468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product recommendation engine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017520"/>
            <a:ext cx="64008" cy="41148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017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delivery tracking via WebSockets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566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4114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3657600" cy="3657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Santosh Shrestha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BCA 6th Semester  |  Roll No: 6-2-1014-26-2022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Application, NIST College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Tribhuvan University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Samish Shrestha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1750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425</Words>
  <Application>Microsoft Office PowerPoint</Application>
  <PresentationFormat>On-screen Show (16:9)</PresentationFormat>
  <Paragraphs>125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Thrift Store – An Online Second-Hand Goods Marketplace</dc:title>
  <dc:subject>PptxGenJS Presentation</dc:subject>
  <dc:creator>PptxGenJS</dc:creator>
  <cp:lastModifiedBy>ACER</cp:lastModifiedBy>
  <cp:revision>9</cp:revision>
  <dcterms:created xsi:type="dcterms:W3CDTF">2026-04-24T02:22:46Z</dcterms:created>
  <dcterms:modified xsi:type="dcterms:W3CDTF">2026-04-24T09:25:04Z</dcterms:modified>
</cp:coreProperties>
</file>